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66" d="100"/>
          <a:sy n="166" d="100"/>
        </p:scale>
        <p:origin x="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A7AE6-C46A-4011-B221-AD2CC6F8059D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EDBE3-CB93-420E-8A27-901056ED7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824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A7AE6-C46A-4011-B221-AD2CC6F8059D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EDBE3-CB93-420E-8A27-901056ED7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1977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A7AE6-C46A-4011-B221-AD2CC6F8059D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EDBE3-CB93-420E-8A27-901056ED7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5114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A7AE6-C46A-4011-B221-AD2CC6F8059D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EDBE3-CB93-420E-8A27-901056ED7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478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A7AE6-C46A-4011-B221-AD2CC6F8059D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EDBE3-CB93-420E-8A27-901056ED7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320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A7AE6-C46A-4011-B221-AD2CC6F8059D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EDBE3-CB93-420E-8A27-901056ED7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6051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A7AE6-C46A-4011-B221-AD2CC6F8059D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EDBE3-CB93-420E-8A27-901056ED7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7308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A7AE6-C46A-4011-B221-AD2CC6F8059D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EDBE3-CB93-420E-8A27-901056ED7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756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A7AE6-C46A-4011-B221-AD2CC6F8059D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EDBE3-CB93-420E-8A27-901056ED7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936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A7AE6-C46A-4011-B221-AD2CC6F8059D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EDBE3-CB93-420E-8A27-901056ED7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440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A7AE6-C46A-4011-B221-AD2CC6F8059D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EDBE3-CB93-420E-8A27-901056ED7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0117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5A7AE6-C46A-4011-B221-AD2CC6F8059D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EEDBE3-CB93-420E-8A27-901056ED7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797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785812"/>
            <a:ext cx="10115550" cy="528637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0824" y="3482975"/>
            <a:ext cx="1155701" cy="711200"/>
          </a:xfrm>
          <a:prstGeom prst="rect">
            <a:avLst/>
          </a:prstGeom>
        </p:spPr>
      </p:pic>
      <p:grpSp>
        <p:nvGrpSpPr>
          <p:cNvPr id="9" name="그룹 8"/>
          <p:cNvGrpSpPr/>
          <p:nvPr/>
        </p:nvGrpSpPr>
        <p:grpSpPr>
          <a:xfrm>
            <a:off x="8791574" y="3343275"/>
            <a:ext cx="1854201" cy="938212"/>
            <a:chOff x="8791574" y="3343275"/>
            <a:chExt cx="1854201" cy="938212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0824" y="3495675"/>
              <a:ext cx="1155701" cy="711200"/>
            </a:xfrm>
            <a:prstGeom prst="rect">
              <a:avLst/>
            </a:prstGeom>
          </p:spPr>
        </p:pic>
        <p:sp>
          <p:nvSpPr>
            <p:cNvPr id="7" name="직사각형 6"/>
            <p:cNvSpPr/>
            <p:nvPr/>
          </p:nvSpPr>
          <p:spPr>
            <a:xfrm>
              <a:off x="10194925" y="3343275"/>
              <a:ext cx="450850" cy="8858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8791574" y="3395662"/>
              <a:ext cx="450850" cy="8858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6937373" y="2874169"/>
            <a:ext cx="1854201" cy="938212"/>
            <a:chOff x="8791574" y="3343275"/>
            <a:chExt cx="1854201" cy="938212"/>
          </a:xfrm>
        </p:grpSpPr>
        <p:sp>
          <p:nvSpPr>
            <p:cNvPr id="13" name="직사각형 12"/>
            <p:cNvSpPr/>
            <p:nvPr/>
          </p:nvSpPr>
          <p:spPr>
            <a:xfrm>
              <a:off x="10194925" y="3343275"/>
              <a:ext cx="450850" cy="8858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8791574" y="3395662"/>
              <a:ext cx="450850" cy="8858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6196" y="3016873"/>
            <a:ext cx="1219529" cy="54449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6196" y="3207554"/>
            <a:ext cx="1219529" cy="54449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8269" y="2500449"/>
            <a:ext cx="867433" cy="681011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7629" y="2618415"/>
            <a:ext cx="867433" cy="681011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6434868" y="1801092"/>
            <a:ext cx="574257" cy="15017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4976488" y="1801092"/>
            <a:ext cx="590501" cy="15017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3221443" y="1801092"/>
            <a:ext cx="466765" cy="10109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4573477" y="1800804"/>
            <a:ext cx="401732" cy="10112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8715" y="2027722"/>
            <a:ext cx="961734" cy="235279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8787" y="2262817"/>
            <a:ext cx="962026" cy="237632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8423" y="2496720"/>
            <a:ext cx="962026" cy="237632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7783" y="2568774"/>
            <a:ext cx="962026" cy="23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51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박천의/Park Chuneui</dc:creator>
  <cp:lastModifiedBy>박천의/Park Chuneui</cp:lastModifiedBy>
  <cp:revision>4</cp:revision>
  <dcterms:created xsi:type="dcterms:W3CDTF">2026-03-05T02:29:58Z</dcterms:created>
  <dcterms:modified xsi:type="dcterms:W3CDTF">2026-03-05T04:28:00Z</dcterms:modified>
</cp:coreProperties>
</file>